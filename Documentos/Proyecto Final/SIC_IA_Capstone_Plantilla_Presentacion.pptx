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notesMasterIdLst>
    <p:notesMasterId r:id="rId6"/>
  </p:notesMasterIdLst>
  <p:sldIdLst>
    <p:sldId id="790" r:id="rId2"/>
    <p:sldId id="791" r:id="rId3"/>
    <p:sldId id="792" r:id="rId4"/>
    <p:sldId id="788" r:id="rId5"/>
  </p:sldIdLst>
  <p:sldSz cx="9902825" cy="6858000"/>
  <p:notesSz cx="6858000" cy="9144000"/>
  <p:embeddedFontLst>
    <p:embeddedFont>
      <p:font typeface="Samsung Sharp Sans" pitchFamily="2" charset="0"/>
      <p:regular r:id="rId7"/>
      <p:bold r:id="rId8"/>
    </p:embeddedFont>
    <p:embeddedFont>
      <p:font typeface="Samsung Sharp Sans Bold" pitchFamily="2" charset="0"/>
      <p:bold r:id="rId9"/>
    </p:embeddedFont>
    <p:embeddedFont>
      <p:font typeface="Samsung Sharp Sans Medium" pitchFamily="2" charset="0"/>
      <p:bold r:id="rId10"/>
    </p:embeddedFont>
    <p:embeddedFont>
      <p:font typeface="SamsungOne 400" panose="020B0503030303020204" pitchFamily="34" charset="0"/>
      <p:regular r:id="rId11"/>
    </p:embeddedFont>
    <p:embeddedFont>
      <p:font typeface="SamsungOne 400C" panose="020B0506030303020204" charset="0"/>
      <p:regular r:id="rId12"/>
    </p:embeddedFont>
    <p:embeddedFont>
      <p:font typeface="SamsungOne 700" panose="020B0803030303020204" pitchFamily="34" charset="0"/>
      <p:bold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72205" autoAdjust="0"/>
  </p:normalViewPr>
  <p:slideViewPr>
    <p:cSldViewPr snapToGrid="0">
      <p:cViewPr varScale="1">
        <p:scale>
          <a:sx n="110" d="100"/>
          <a:sy n="110" d="100"/>
        </p:scale>
        <p:origin x="1386" y="114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customXml" Target="../customXml/item3.xml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선우" userId="0fe69268-fa1a-4efe-9dc5-d4012ab1114b" providerId="ADAL" clId="{C52B7E7F-94C4-473C-B7E9-B27EED8C6190}"/>
    <pc:docChg chg="modMainMaster">
      <pc:chgData name="이 선우" userId="0fe69268-fa1a-4efe-9dc5-d4012ab1114b" providerId="ADAL" clId="{C52B7E7F-94C4-473C-B7E9-B27EED8C6190}" dt="2025-12-26T06:30:10.164" v="2" actId="20577"/>
      <pc:docMkLst>
        <pc:docMk/>
      </pc:docMkLst>
      <pc:sldMasterChg chg="modSldLayout">
        <pc:chgData name="이 선우" userId="0fe69268-fa1a-4efe-9dc5-d4012ab1114b" providerId="ADAL" clId="{C52B7E7F-94C4-473C-B7E9-B27EED8C6190}" dt="2025-12-26T06:30:10.164" v="2" actId="20577"/>
        <pc:sldMasterMkLst>
          <pc:docMk/>
          <pc:sldMasterMk cId="3477928821" sldId="2147483683"/>
        </pc:sldMasterMkLst>
        <pc:sldLayoutChg chg="modSp mod">
          <pc:chgData name="이 선우" userId="0fe69268-fa1a-4efe-9dc5-d4012ab1114b" providerId="ADAL" clId="{C52B7E7F-94C4-473C-B7E9-B27EED8C6190}" dt="2025-12-26T06:30:10.164" v="2" actId="20577"/>
          <pc:sldLayoutMkLst>
            <pc:docMk/>
            <pc:sldMasterMk cId="3477928821" sldId="2147483683"/>
            <pc:sldLayoutMk cId="1227834196" sldId="2147483689"/>
          </pc:sldLayoutMkLst>
          <pc:spChg chg="mod">
            <ac:chgData name="이 선우" userId="0fe69268-fa1a-4efe-9dc5-d4012ab1114b" providerId="ADAL" clId="{C52B7E7F-94C4-473C-B7E9-B27EED8C6190}" dt="2025-12-26T06:30:10.164" v="2" actId="20577"/>
            <ac:spMkLst>
              <pc:docMk/>
              <pc:sldMasterMk cId="3477928821" sldId="2147483683"/>
              <pc:sldLayoutMk cId="1227834196" sldId="2147483689"/>
              <ac:spMk id="7" creationId="{782B242C-8600-47F0-98D5-6EA512C41BF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2025-12-26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Nombre del proyecto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Curso de Inteligencia Artificial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Nombre del equipo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Nombre del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proyecto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Curso de IA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Nombre del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proyecto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Nombre del equipo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Título de la diapositiva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Subtítulo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UNID.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Nivel 1</a:t>
            </a:r>
          </a:p>
          <a:p>
            <a:pPr lvl="1"/>
            <a:r>
              <a:rPr lang="en-US" altLang="ko-KR" dirty="0"/>
              <a:t>Nivel 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Nombre del proyecto</a:t>
            </a: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Nombre del proyecto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Nombre del proyecto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Nombre del proyecto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2025 SAMSUNG. Todos los derechos reservados.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Los derechos de autor de este material pertenecen a la Oficina de Ciudadanía Corporativa de Samsung Electronics.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Este material es una obra protegida por la ley de derechos de autor; se prohíbe su reimpresión y reproducción sin autorización.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Para usar este material, total o parcialmente, fuera del programa de Samsung Innovation Campus, se requiere el consentimiento escrito del titular de los derechos.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1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BA57D5-7920-4C59-8990-1FDF22441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Nombre del equipo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</p:spPr>
        <p:txBody>
          <a:bodyPr/>
          <a:lstStyle/>
          <a:p>
            <a:r>
              <a:rPr lang="en-US" altLang="ko-KR" dirty="0"/>
              <a:t>Nombre del</a:t>
            </a:r>
            <a:br>
              <a:rPr lang="en-US" altLang="ko-KR" dirty="0"/>
            </a:br>
            <a:r>
              <a:rPr lang="en-US" altLang="ko-KR" dirty="0"/>
              <a:t>proyecto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1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1E42F3CA-E8F5-41D4-A677-F15543C46B01}"/>
              </a:ext>
            </a:extLst>
          </p:cNvPr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EA224A4-F527-4CB0-B62E-359CBCD4E78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Unidad 1. Título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5CBCEC-393B-4E62-A937-E41B3CD7A93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76F31AB-CE0B-4C60-A822-96C574A8736B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1.1. Subtítulo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1.2. Subtítulo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1.3. Subtítulo</a:t>
              </a:r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730BB671-9743-4819-9105-2FF86D4E0E36}"/>
              </a:ext>
            </a:extLst>
          </p:cNvPr>
          <p:cNvGrpSpPr/>
          <p:nvPr/>
        </p:nvGrpSpPr>
        <p:grpSpPr>
          <a:xfrm>
            <a:off x="710836" y="3266753"/>
            <a:ext cx="4379913" cy="1216982"/>
            <a:chOff x="4181256" y="3224809"/>
            <a:chExt cx="4379913" cy="1216982"/>
          </a:xfrm>
        </p:grpSpPr>
        <p:sp>
          <p:nvSpPr>
            <p:cNvPr id="9" name="직사각형 37">
              <a:extLst>
                <a:ext uri="{FF2B5EF4-FFF2-40B4-BE49-F238E27FC236}">
                  <a16:creationId xmlns:a16="http://schemas.microsoft.com/office/drawing/2014/main" id="{44B7DD30-17C5-4D7E-8AC2-EA4E01FBA36D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Unidad 2. Título</a:t>
              </a: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:a16="http://schemas.microsoft.com/office/drawing/2014/main" id="{0544C2E7-AEB2-4C9F-BC7B-16A176B1A6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1" name="직사각형 39">
              <a:extLst>
                <a:ext uri="{FF2B5EF4-FFF2-40B4-BE49-F238E27FC236}">
                  <a16:creationId xmlns:a16="http://schemas.microsoft.com/office/drawing/2014/main" id="{8FF9FD52-A1FA-45F7-80A2-FC3AF69D82B2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2.1. Subtítulo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2.2. Subtítulo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2.3. Subtítulo</a:t>
              </a:r>
            </a:p>
          </p:txBody>
        </p:sp>
      </p:grpSp>
      <p:grpSp>
        <p:nvGrpSpPr>
          <p:cNvPr id="12" name="Group 1">
            <a:extLst>
              <a:ext uri="{FF2B5EF4-FFF2-40B4-BE49-F238E27FC236}">
                <a16:creationId xmlns:a16="http://schemas.microsoft.com/office/drawing/2014/main" id="{99E1C113-2E13-42D7-B0BA-4B851632AACF}"/>
              </a:ext>
            </a:extLst>
          </p:cNvPr>
          <p:cNvGrpSpPr/>
          <p:nvPr/>
        </p:nvGrpSpPr>
        <p:grpSpPr>
          <a:xfrm>
            <a:off x="710836" y="4641466"/>
            <a:ext cx="4379913" cy="1216982"/>
            <a:chOff x="4181256" y="3224809"/>
            <a:chExt cx="4379913" cy="1216982"/>
          </a:xfrm>
        </p:grpSpPr>
        <p:sp>
          <p:nvSpPr>
            <p:cNvPr id="13" name="직사각형 37">
              <a:extLst>
                <a:ext uri="{FF2B5EF4-FFF2-40B4-BE49-F238E27FC236}">
                  <a16:creationId xmlns:a16="http://schemas.microsoft.com/office/drawing/2014/main" id="{B347DB6E-48AB-4ECB-AF93-4C89FBDF147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Unidad 3. Título</a:t>
              </a:r>
            </a:p>
          </p:txBody>
        </p:sp>
        <p:sp>
          <p:nvSpPr>
            <p:cNvPr id="14" name="직사각형 38">
              <a:extLst>
                <a:ext uri="{FF2B5EF4-FFF2-40B4-BE49-F238E27FC236}">
                  <a16:creationId xmlns:a16="http://schemas.microsoft.com/office/drawing/2014/main" id="{0B90DCE9-673D-4E88-91C4-A7B10F5EEAE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5" name="직사각형 39">
              <a:extLst>
                <a:ext uri="{FF2B5EF4-FFF2-40B4-BE49-F238E27FC236}">
                  <a16:creationId xmlns:a16="http://schemas.microsoft.com/office/drawing/2014/main" id="{2825410F-2C46-47C0-A8BD-61DC6D753D88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3.1. Subtítulo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3.2. Subtítulo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3.3. Subtítulo</a:t>
              </a:r>
            </a:p>
          </p:txBody>
        </p:sp>
      </p:grpSp>
      <p:sp>
        <p:nvSpPr>
          <p:cNvPr id="16" name="직사각형 133">
            <a:extLst>
              <a:ext uri="{FF2B5EF4-FFF2-40B4-BE49-F238E27FC236}">
                <a16:creationId xmlns:a16="http://schemas.microsoft.com/office/drawing/2014/main" id="{71B9AA9E-B863-4155-9637-87088D8ED43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Nombre del proyecto</a:t>
            </a:r>
          </a:p>
        </p:txBody>
      </p:sp>
    </p:spTree>
    <p:extLst>
      <p:ext uri="{BB962C8B-B14F-4D97-AF65-F5344CB8AC3E}">
        <p14:creationId xmlns:p14="http://schemas.microsoft.com/office/powerpoint/2010/main" val="21064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Título de la diapositiva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Subtítulo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UNID.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Nivel 1</a:t>
            </a:r>
          </a:p>
          <a:p>
            <a:pPr lvl="1"/>
            <a:r>
              <a:rPr lang="en-US" altLang="ko-KR" dirty="0"/>
              <a:t>Nivel 2</a:t>
            </a:r>
            <a:endParaRPr lang="ko-KR" altLang="en-US" dirty="0"/>
          </a:p>
        </p:txBody>
      </p:sp>
      <p:sp>
        <p:nvSpPr>
          <p:cNvPr id="8" name="Speech Bubble: Rectangle 3">
            <a:extLst>
              <a:ext uri="{FF2B5EF4-FFF2-40B4-BE49-F238E27FC236}">
                <a16:creationId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Editen el nombre del proyecto y el número de página en el patrón de diapositivas.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20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71F96850C604FA9DD4A6FAA1D7E94" ma:contentTypeVersion="13" ma:contentTypeDescription="Create a new document." ma:contentTypeScope="" ma:versionID="94bb0226509be2894c83196f814f5ace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eb19b1b986ba2b37eb36a9dd005ffe1c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BillingMetadata" minOccurs="0"/>
                <xsd:element ref="ns2:MediaServiceOCR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mment" ma:index="20" nillable="true" ma:displayName="comment" ma:format="Dropdown" ma:internalName="comm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f2df0d5-6bdf-4400-9605-4c2d2eede7e4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  <comment xmlns="5192ee0d-e524-4888-b581-1910cadcd210" xsi:nil="true"/>
  </documentManagement>
</p:properties>
</file>

<file path=customXml/itemProps1.xml><?xml version="1.0" encoding="utf-8"?>
<ds:datastoreItem xmlns:ds="http://schemas.openxmlformats.org/officeDocument/2006/customXml" ds:itemID="{0A0357D8-C495-42E3-A0C0-6723B236FB34}"/>
</file>

<file path=customXml/itemProps2.xml><?xml version="1.0" encoding="utf-8"?>
<ds:datastoreItem xmlns:ds="http://schemas.openxmlformats.org/officeDocument/2006/customXml" ds:itemID="{F7A1BB24-B868-43EF-95F7-238FE3A157D5}"/>
</file>

<file path=customXml/itemProps3.xml><?xml version="1.0" encoding="utf-8"?>
<ds:datastoreItem xmlns:ds="http://schemas.openxmlformats.org/officeDocument/2006/customXml" ds:itemID="{83B4D1BC-3672-47C7-8E98-3D3B83A92BF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4279</TotalTime>
  <Words>65</Words>
  <Application>Microsoft Office PowerPoint</Application>
  <PresentationFormat>사용자 지정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SamsungOne 400</vt:lpstr>
      <vt:lpstr>Samsung Sharp Sans Bold</vt:lpstr>
      <vt:lpstr>Samsung Sharp Sans</vt:lpstr>
      <vt:lpstr>Calibri</vt:lpstr>
      <vt:lpstr>Arial</vt:lpstr>
      <vt:lpstr>Samsung Sharp Sans Medium</vt:lpstr>
      <vt:lpstr>맑은 고딕</vt:lpstr>
      <vt:lpstr>SamsungOne 700</vt:lpstr>
      <vt:lpstr>SamsungOne 400C</vt:lpstr>
      <vt:lpstr>Office Theme</vt:lpstr>
      <vt:lpstr>Project Name</vt:lpstr>
      <vt:lpstr>PowerPoint 프레젠테이션</vt:lpstr>
      <vt:lpstr>Slide Title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이 선우</cp:lastModifiedBy>
  <cp:revision>2081</cp:revision>
  <dcterms:created xsi:type="dcterms:W3CDTF">2019-07-06T14:12:49Z</dcterms:created>
  <dcterms:modified xsi:type="dcterms:W3CDTF">2025-12-26T06:30:13Z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</Properties>
</file>